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C825F-AAE9-4388-9E5D-44CD2DF9F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30" y="384994"/>
            <a:ext cx="9252856" cy="1518767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039D7D-9754-4A0F-BC09-70DF84ADD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9638" y="2043048"/>
            <a:ext cx="6873240" cy="761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2072C2-AEB8-4A11-B5E6-0A004206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06507C-1F74-4516-9A16-92B8D09C6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E10741-3173-4BCE-816D-9218FC4FD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9794AB-AB59-4675-870A-95D7F6AE3DF6}"/>
              </a:ext>
            </a:extLst>
          </p:cNvPr>
          <p:cNvSpPr/>
          <p:nvPr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42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5440B-8AB2-4AFF-9551-4526C992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" y="397913"/>
            <a:ext cx="9599023" cy="1185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413119-03FA-4BDA-8647-1B3E342BD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691640"/>
            <a:ext cx="7628709" cy="44751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71B780-90DA-4BCC-A4A2-AB6AF543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43545A-1E5D-41C3-B379-CA2672D1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D1D5A8-BA87-48AB-B725-AB9CF5ED8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47E1F17-2AD0-48DF-833D-A5B3633EF3BD}"/>
              </a:ext>
            </a:extLst>
          </p:cNvPr>
          <p:cNvSpPr/>
          <p:nvPr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2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5E446-0703-48EF-BB6F-F2B4732E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33ABA3-7BCE-4665-87C5-EB7317E3A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FCD47D-A0D4-40BE-AD70-DB41CC99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239AD0-9E7A-4AE1-BD65-63347927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06752B-73D0-430E-9448-9D402F44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14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CBE43-BAFD-401E-8208-234129E2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80FD30-F06A-44AF-8F46-0ABEFD004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B8EA19-8DB8-4B1D-89DE-6179D8A01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D0C65B-6E26-4184-B12A-CAE6A734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FD0FD4-B13F-4B99-95B5-93821142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E94E15-549A-45D9-BD1E-1EAFAF0E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83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DA53B-D74A-401A-A1AF-3DCC549D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21958B-EE5C-4CEF-AD82-C04B379D0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4CD889-0FC4-4D82-9155-15CEE29B2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7917133-E168-41AD-BDDF-59945BB98F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C95F17-366E-41B9-B578-FBAE69C96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1C936FD-B8B7-4F01-A815-ACBCFC2E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BEF883-1D1E-4D40-AD93-0EA9B847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9D5491-75DC-486C-92B0-758831EE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65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33FD8-5444-43C7-A061-8CDF2B97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AC91DB-E5E8-4480-A65C-A9414BC23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85D0D1-E2C3-42DA-9315-679D16DC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93AED9-2CDB-4046-9953-CC3A3AFE8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20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0A6D651-7F5B-43B3-BE8F-C2575300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94567F-BA76-47AF-86F8-274F2412C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2C0EFF-9992-428A-B187-ACBC7443D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57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6F907-77D3-45DC-802B-06D07F80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C46CDC-3712-4AE3-A3C7-5648358FD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5CAAE3-9B08-420C-BC1C-9EB2684BF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0B9994-4162-41A4-ADE5-4B15D4680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1AC549-A89C-442D-B361-6DFA6B11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219D27-016F-4F11-A71E-DE547D92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20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4E543-3629-498A-929A-523DCCEC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8A69894-0214-490A-9BE4-F3D02CE9B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56A7EC-2315-4BAF-A6B4-F677B074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845ACA-2435-4467-8276-5A53EAFF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499485-1E98-469A-B1AF-A62CD107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E8AA6A-DDB9-4135-9A43-613FF0BE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51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721B87-45E8-4637-81F2-629EA8EAD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ABDCCE-2E1C-4289-B99C-E14C2D0E5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D43478-9103-42B3-8D35-E230F5AD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6C88E2-1ED8-42D4-87A4-0D452D9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E3A690-63FE-4DAB-8693-9DCBB607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00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4312C3-05C0-41CE-B973-2B7516AC2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1C9251F-BE0A-482A-A476-4BC35D9D2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B548D7-6A91-4AB7-AF3C-593AEE49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A06FFA-E3E1-4075-96AB-4A3FF54A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FFC261-351E-45A2-A881-72F4FE8B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44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C4F43-30CD-4196-9266-8C0504B1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E96781-784A-4901-B46E-ADFAEBC1D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CE129B-7DDC-4CD3-96E6-FEF5FB3D8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32C65-5166-4207-8F72-05E6847933C4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F647F3-8D51-4CE5-8221-CE0FD1525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4B2CA1-25FB-4F56-87DB-0580A981E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8759F-8C08-4D7B-9BF2-3C4DEAD56711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hlinkClick r:id="rId13"/>
            <a:extLst>
              <a:ext uri="{FF2B5EF4-FFF2-40B4-BE49-F238E27FC236}">
                <a16:creationId xmlns:a16="http://schemas.microsoft.com/office/drawing/2014/main" id="{63EDA966-953B-4EDE-AB6D-20376AC3C0C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6D3EB9-8343-40EF-AF3F-E5CDE49D727D}"/>
              </a:ext>
            </a:extLst>
          </p:cNvPr>
          <p:cNvSpPr/>
          <p:nvPr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42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83821" y="0"/>
            <a:ext cx="9144000" cy="1244822"/>
          </a:xfrm>
        </p:spPr>
        <p:txBody>
          <a:bodyPr>
            <a:noAutofit/>
          </a:bodyPr>
          <a:lstStyle/>
          <a:p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05943" y="1587710"/>
            <a:ext cx="729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«Фитнес-тренер»</a:t>
            </a:r>
            <a:endParaRPr lang="ru-RU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61085" y="6457890"/>
            <a:ext cx="22168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</a:t>
            </a:r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endParaRPr lang="ru-RU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9820" y="581155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Студент группы </a:t>
            </a:r>
            <a:r>
              <a:rPr lang="ru-R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ИСПП-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ru-R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 </a:t>
            </a:r>
            <a:r>
              <a:rPr lang="ru-R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Баранов Егор Алексеевич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Руководитель: </a:t>
            </a:r>
            <a:r>
              <a:rPr lang="ru-R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Маломан Юлия Сергеевна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901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178105"/>
            <a:ext cx="9599023" cy="118537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858500" y="3191608"/>
            <a:ext cx="106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/8</a:t>
            </a:r>
            <a:endParaRPr lang="ru-RU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151729"/>
            <a:ext cx="9599023" cy="1185375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Целевая аудитория</a:t>
            </a:r>
            <a:endParaRPr lang="ru-RU" sz="4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858500" y="3191608"/>
            <a:ext cx="106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/8</a:t>
            </a:r>
            <a:endParaRPr lang="ru-RU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07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116559"/>
            <a:ext cx="9599023" cy="118537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Цель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858500" y="3191608"/>
            <a:ext cx="106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3/8</a:t>
            </a:r>
            <a:endParaRPr lang="ru-RU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59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142936"/>
            <a:ext cx="9599023" cy="118537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858500" y="3191608"/>
            <a:ext cx="106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/8</a:t>
            </a:r>
            <a:endParaRPr lang="ru-RU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81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204482"/>
            <a:ext cx="9599023" cy="118537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Средства разработки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858500" y="3191608"/>
            <a:ext cx="106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5/8</a:t>
            </a:r>
            <a:endParaRPr lang="ru-RU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1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142936"/>
            <a:ext cx="9599023" cy="118537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Архитектура 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858500" y="3191608"/>
            <a:ext cx="106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/8</a:t>
            </a:r>
            <a:endParaRPr lang="ru-RU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22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160521"/>
            <a:ext cx="9599023" cy="118537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Преимущества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858500" y="3191608"/>
            <a:ext cx="106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7/8</a:t>
            </a:r>
            <a:endParaRPr lang="ru-RU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52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178105"/>
            <a:ext cx="9599023" cy="118537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858500" y="3191608"/>
            <a:ext cx="106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/8</a:t>
            </a:r>
            <a:endParaRPr lang="ru-RU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40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83821" y="0"/>
            <a:ext cx="9144000" cy="1244822"/>
          </a:xfrm>
        </p:spPr>
        <p:txBody>
          <a:bodyPr>
            <a:noAutofit/>
          </a:bodyPr>
          <a:lstStyle/>
          <a:p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ФЕДЕРАЛЬНОЕ ГОСУДАРСТВЕННОЕ БЮДЖЕТНОЕ ОБРАЗОВАТЕЛЬНОЕ </a:t>
            </a:r>
            <a:b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ВЫСШЕГО ОБРАЗОВАНИЯ </a:t>
            </a:r>
            <a:b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«САНКТ-ПЕТЕРБУРГСКИЙ ГОСУДАРСТВЕННЫЙ УНИВЕРСИТЕТ ТЕЛЕКОММУНИКАЦИЙ ИМ. ПРОФ. М.А. БОНЧ-БРУЕВИЧА» </a:t>
            </a:r>
            <a:b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АРХАНГЕЛЬСКИЙ КОЛЛЕДЖ ТЕЛЕКОММУНИКАЦИЙ </a:t>
            </a:r>
            <a:b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ИМ. Б.Л. РОЗИНГА (ФИЛИАЛ) </a:t>
            </a:r>
            <a:r>
              <a:rPr lang="ru-RU" sz="1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lang="ru-RU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05943" y="1587710"/>
            <a:ext cx="729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«Фитнес-тренер»</a:t>
            </a:r>
            <a:endParaRPr lang="ru-RU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61085" y="6457890"/>
            <a:ext cx="22168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</a:t>
            </a:r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endParaRPr lang="ru-RU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9820" y="581155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Студент группы </a:t>
            </a:r>
            <a:r>
              <a:rPr lang="ru-R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ИСПП-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ru-R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 </a:t>
            </a:r>
            <a:r>
              <a:rPr lang="ru-R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Баранов Егор Алексеевич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Руководитель: </a:t>
            </a:r>
            <a:r>
              <a:rPr lang="ru-R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Маломан Юлия Сергеевна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1626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pelsinoviy-fitnes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apelsinoviy-fitnes</Template>
  <TotalTime>78</TotalTime>
  <Words>67</Words>
  <Application>Microsoft Office PowerPoint</Application>
  <PresentationFormat>Широкоэкранный</PresentationFormat>
  <Paragraphs>26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Segoe UI Black</vt:lpstr>
      <vt:lpstr>Times New Roman</vt:lpstr>
      <vt:lpstr>apelsinoviy-fitnes</vt:lpstr>
      <vt:lpstr>  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Архитектура системы</vt:lpstr>
      <vt:lpstr>Преимущества проекта</vt:lpstr>
      <vt:lpstr>Заключение</vt:lpstr>
      <vt:lpstr>  ФЕДЕРАЛЬНОЕ ГОСУДАРСТВЕННОЕ БЮДЖЕТНОЕ ОБРАЗОВАТЕЛЬНОЕ  УЧРЕЖДЕНИЕ ВЫСШЕГО ОБРАЗОВАНИЯ  «САНКТ-ПЕТЕРБУРГСКИЙ ГОСУДАРСТВЕННЫЙ УНИВЕРСИТЕТ ТЕЛЕКОММУНИКАЦИЙ ИМ. ПРОФ. М.А. БОНЧ-БРУЕВИЧА»  (СПбГУТ)  АРХАНГЕЛЬСКИЙ КОЛЛЕДЖ ТЕЛЕКОММУНИКАЦИЙ  ИМ. Б.Л. РОЗИНГА (ФИЛИАЛ) СПбГУТ  </vt:lpstr>
    </vt:vector>
  </TitlesOfParts>
  <Company>АКТ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 УЧРЕЖДЕНИЕ ВЫСШЕГО ОБРАЗОВАНИЯ  «САНКТ-ПЕТЕРБУРГСКИЙ ГОСУДАРСТВЕННЫЙ УНИВЕРСИТЕТ ТЕЛЕКОММУНИКАЦИЙ ИМ. ПРОФ. М.А. БОНЧ-БРУЕВИЧА»  (СПбГУТ)  АРХАНГЕЛЬСКИЙ КОЛЛЕДЖ ТЕЛЕКОММУНИКАЦИЙ  ИМ. Б.Л. РОЗИНГА (ФИЛИАЛ) СПбГУТ</dc:title>
  <dc:creator>0109-14</dc:creator>
  <cp:lastModifiedBy>0109-14</cp:lastModifiedBy>
  <cp:revision>6</cp:revision>
  <dcterms:created xsi:type="dcterms:W3CDTF">2025-11-24T10:51:06Z</dcterms:created>
  <dcterms:modified xsi:type="dcterms:W3CDTF">2025-11-24T12:11:47Z</dcterms:modified>
</cp:coreProperties>
</file>